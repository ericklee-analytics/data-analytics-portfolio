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TelecomChurn_1772856299204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A80B20A-F3B9-463A-B52C-37E2E1D858C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Telecom Churn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C65BBEE-8CFD-46F0-A31D-BCBAC2A93D8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3/12/2026 2:04:10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Churn Risk Dashboard" id="2" name="slide2">
            <a:extLst>
              <a:ext uri="{FF2B5EF4-FFF2-40B4-BE49-F238E27FC236}">
                <a16:creationId xmlns:a16="http://schemas.microsoft.com/office/drawing/2014/main" id="{3F5307B6-9AFE-4BDB-B9A3-83B8DA66D4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77" y="0"/>
            <a:ext cx="8574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urn Rate By Contract Type" id="3" name="slide3">
            <a:extLst>
              <a:ext uri="{FF2B5EF4-FFF2-40B4-BE49-F238E27FC236}">
                <a16:creationId xmlns:a16="http://schemas.microsoft.com/office/drawing/2014/main" id="{88A74320-7720-48B3-967A-10146FCE19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48" y="0"/>
            <a:ext cx="9790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urn Rate By Tenure Group" id="4" name="slide4">
            <a:extLst>
              <a:ext uri="{FF2B5EF4-FFF2-40B4-BE49-F238E27FC236}">
                <a16:creationId xmlns:a16="http://schemas.microsoft.com/office/drawing/2014/main" id="{9277E7B1-A719-4D85-9C82-F3C2B5F014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48" y="0"/>
            <a:ext cx="9790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Charges VS Churn" id="5" name="slide5">
            <a:extLst>
              <a:ext uri="{FF2B5EF4-FFF2-40B4-BE49-F238E27FC236}">
                <a16:creationId xmlns:a16="http://schemas.microsoft.com/office/drawing/2014/main" id="{E6A395E6-C988-45AF-89CF-916670E15A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48" y="0"/>
            <a:ext cx="9790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urn Rate By Risk Score" id="6" name="slide6">
            <a:extLst>
              <a:ext uri="{FF2B5EF4-FFF2-40B4-BE49-F238E27FC236}">
                <a16:creationId xmlns:a16="http://schemas.microsoft.com/office/drawing/2014/main" id="{AD560E54-141B-455F-A329-918CA520B1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936" y="0"/>
            <a:ext cx="8558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Customers KPI" id="7" name="slide7">
            <a:extLst>
              <a:ext uri="{FF2B5EF4-FFF2-40B4-BE49-F238E27FC236}">
                <a16:creationId xmlns:a16="http://schemas.microsoft.com/office/drawing/2014/main" id="{86A5C047-69EA-4BFD-BD72-8A631EC115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3062287"/>
            <a:ext cx="99250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Churn Rate KPI" id="8" name="slide8">
            <a:extLst>
              <a:ext uri="{FF2B5EF4-FFF2-40B4-BE49-F238E27FC236}">
                <a16:creationId xmlns:a16="http://schemas.microsoft.com/office/drawing/2014/main" id="{35F042F7-404B-4D7C-B7FF-A99BDBDCC5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3081337"/>
            <a:ext cx="99250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Monthly Revenue KPI" id="9" name="slide9">
            <a:extLst>
              <a:ext uri="{FF2B5EF4-FFF2-40B4-BE49-F238E27FC236}">
                <a16:creationId xmlns:a16="http://schemas.microsoft.com/office/drawing/2014/main" id="{2DFA08F5-5330-4FDB-B63B-78A7D70FCF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3128962"/>
            <a:ext cx="99250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gh Risk Customers KPI" id="10" name="slide10">
            <a:extLst>
              <a:ext uri="{FF2B5EF4-FFF2-40B4-BE49-F238E27FC236}">
                <a16:creationId xmlns:a16="http://schemas.microsoft.com/office/drawing/2014/main" id="{4C5B5196-11E0-4A39-8BC6-90CF6355C46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3081337"/>
            <a:ext cx="99250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2026-03-12T02:04:10Z</dcterms:created>
  <dcterms:modified xsi:type="dcterms:W3CDTF">2026-03-12T02:04:10Z</dcterms:modified>
</cp:coreProperties>
</file>